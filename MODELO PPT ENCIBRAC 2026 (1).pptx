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2" r:id="rId7"/>
    <p:sldId id="263" r:id="rId8"/>
    <p:sldId id="264" r:id="rId9"/>
    <p:sldId id="265" r:id="rId10"/>
    <p:sldId id="259" r:id="rId11"/>
    <p:sldId id="261" r:id="rId12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99413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13" y="2821756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TECNOLOGIA E SOCIEDADE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Sofia Cristina Alves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Mikael Henrique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Jose Leandro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533" y="4365636"/>
            <a:ext cx="30451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/>
              <a:t>tecnologias digitais; comunicação; relações sociais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-50641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5902" y="1690688"/>
            <a:ext cx="6973237" cy="4743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avanço das tecnologias digitais transformou a maneira como as pessoas se comunicam e constroem vínculos no cotidiano. Aplicativos de mensagens e redes sociais permitem contato imediato, mas também levantam dúvidas sobre a qualidade das relações e sobre os efeitos do uso excessivo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Trata-se de uma revisão de literatura qualitativa. Foram selecionados três artigos publicados entre 2022 e 2024, que tratam de tecnologias digitais, internet e relações interpessoais, disponíveis em periódicos científicos de acesso aberto. Os textos foram lidos na íntegra e fichados quanto a problema, objetivo, método, resultados e limitações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4376"/>
            <a:ext cx="6637335" cy="4046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AA595B-21CE-05CB-39DD-0A2C68B8B784}"/>
              </a:ext>
            </a:extLst>
          </p:cNvPr>
          <p:cNvSpPr txBox="1"/>
          <p:nvPr/>
        </p:nvSpPr>
        <p:spPr>
          <a:xfrm>
            <a:off x="158620" y="1894115"/>
            <a:ext cx="66914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internet ajudou a iniciar relações (por exemplo, migrantes e grupos de apoio) e principalmente, a manter relações que já existiam, funcionando como extensão do mundo offline. Também mostrou o contato só virtual foi visto como insuficiente para relações mais íntimas e apareceu ligado a solidão, vício em internet e perda de privacidade. Entre pessoas mais velhas, a tecnologia não substituiu o contato presencial, mas fortaleceu vínculos, inclusive entre avós e netos. As autoras concluem que o efeito é ambíguo e depende de como a internet é usada.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5111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71" y="2208212"/>
            <a:ext cx="6740979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/>
              <a:t>A internet ajudou a iniciar relações (por exemplo, migrantes e grupos de apoio) e principalmente, a manter relações que já existiam, funcionando como extensão do mundo offline. Também mostrou o contato só virtual foi visto como insuficiente para relações mais íntimas e apareceu ligado a solidão, vício em internet e perda de privacidade. Entre pessoas mais velhas, a tecnologia não substituiu o contato presencial, mas fortaleceu vínculos, inclusive entre avós e netos. 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382555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27" y="1925185"/>
            <a:ext cx="7735077" cy="439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825" y="632414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F98641-DB20-65D0-20A0-FAEECD1088C5}"/>
              </a:ext>
            </a:extLst>
          </p:cNvPr>
          <p:cNvSpPr txBox="1"/>
          <p:nvPr/>
        </p:nvSpPr>
        <p:spPr>
          <a:xfrm>
            <a:off x="251927" y="2170112"/>
            <a:ext cx="72592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dirty="0"/>
              <a:t>HAO, Qing-</a:t>
            </a:r>
            <a:r>
              <a:rPr lang="pt-BR" dirty="0" err="1"/>
              <a:t>hong</a:t>
            </a:r>
            <a:r>
              <a:rPr lang="pt-BR" dirty="0"/>
              <a:t>; PENG, Wei; WANG, </a:t>
            </a:r>
            <a:r>
              <a:rPr lang="pt-BR" dirty="0" err="1"/>
              <a:t>Jun</a:t>
            </a:r>
            <a:r>
              <a:rPr lang="pt-BR" dirty="0"/>
              <a:t>; TU, Yang; LI, Hui; ZHU, Tian-min. A correlação entre vício em internet e relacionamento interpessoal entre adolescentes e estudantes universitários com base no coeficiente de correlação de Pearson: uma revisão sistemática e meta-análise. Fronteiras na Psiquiatria, v. 13, 2022</a:t>
            </a:r>
            <a:endParaRPr lang="pt-BR" sz="1200" b="0" i="0" dirty="0">
              <a:solidFill>
                <a:srgbClr val="F0F6FC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pt-BR" dirty="0">
                <a:solidFill>
                  <a:schemeClr val="bg2">
                    <a:lumMod val="90000"/>
                  </a:schemeClr>
                </a:solidFill>
              </a:rPr>
              <a:t>Não há como afirmar que o uso da internet é prejudicial ou benéfico</a:t>
            </a:r>
            <a:r>
              <a:rPr lang="en-US" altLang="pt-BR" sz="3200" i="1" dirty="0">
                <a:solidFill>
                  <a:schemeClr val="bg2">
                    <a:lumMod val="90000"/>
                  </a:schemeClr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chemeClr val="bg2">
                  <a:lumMod val="90000"/>
                </a:schemeClr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403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Mona Sans VF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SOFIA CRISTINA ALVES</cp:lastModifiedBy>
  <cp:revision>21</cp:revision>
  <dcterms:created xsi:type="dcterms:W3CDTF">2021-05-14T17:32:15Z</dcterms:created>
  <dcterms:modified xsi:type="dcterms:W3CDTF">2026-10-15T02:53:31Z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2026-10-15T02:53:31Z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b36faff0-aacc-4e8a-813c-83572f2953d9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